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30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19C28-D779-923F-5D3A-3E3037F64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69E8A-515D-0E39-FEB3-D8033A01F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3329E-5956-2626-3DF5-64176B51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BE889-DE8E-0F7B-6DCF-E0438CC8C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69048-5343-99CE-0ABE-E3CFEF64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4672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A709-D61A-8EA2-1640-27BCD3F5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417DD-CAFB-DBF2-EF00-EFE78D430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267BC-387D-00A8-22C3-6F38CBFF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438FB-89DA-3037-EE39-00FE15AA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FDC2-CB00-8ADC-0822-986F9562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425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1865-B2E5-6F92-F7FB-8C432F9D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AC1EC-840C-B903-76B9-8B2EABA39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58331-429F-C797-C20F-AE7266F3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A6CBC-AF76-7C02-A2F6-A81FBA01D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6308C-7EA9-79BB-0F51-A273B433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38574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1B9A-6A84-B46F-3021-6970085E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8221-149F-409E-8DD0-DFFBB8BDC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695B3-F386-6F63-6992-96D4A7709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0BBA7-49FB-1BA0-656C-23DB6C78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74119-615C-0179-CD55-8B2743B1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0AD0B-5E77-DA00-332E-F12D39CB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99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DB54-584C-17D4-8761-EBD81137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38656-A244-00DF-BFC7-79E0FDDAF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B10FE-BEDB-9EF9-DFCF-8C5950128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A0D9E-6A4E-2102-1E6F-77A929D5D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83810F-FD97-E7E0-0EE5-45265DD46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E79316-F4BE-27C5-0214-857E0174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A0578-668A-583E-DB2F-FD0B5BC5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20873-D180-35E4-2F63-066991C9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632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3123-BC7C-F5CF-7FD8-BBD6049A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65AC2-74E2-6C9C-0BA0-3A5A5DCA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82C58-015E-DA57-997E-BAB66913A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95969-F120-E544-0877-978AD554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931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33E76-20F1-5A4B-5755-AEF92B4E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98518-B1A1-4C40-F055-6EBA1165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6183E-7870-1967-1585-483644EA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104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7FFF4-86A0-CEF2-F400-E3FEC5A3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52EB-F46E-A43D-6FDB-4ECAF0A57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43E95-1DBF-C347-9199-3DC278D9D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939D5-B233-CCE4-7283-A9B0F74E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5B423-EF20-3022-BF2D-143AC5D0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1DB0E-2766-0B60-EB4D-F2B09742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948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F7A2-AECA-5FD2-40F0-A45BD8DCC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D16AC-D5EE-88D0-658A-2E3859B64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D56D-7890-754A-1F80-EB86FC97D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CE217-ABB4-93DD-EA6D-4724766F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85705-E0EB-4552-CA12-195211383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16132-49B6-F9AE-409B-979946F7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70989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5075-BE44-BACA-C2C4-7961BE5A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DAC31-7932-6C6F-3ED4-6339B7A56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0ABA5-549D-B5EB-000D-3B56F52F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06CC2-FB51-B3EA-E3CC-3421DA8A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58710-E547-FC98-94CB-B3CE5C16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431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6A3FA-5B25-4BC6-1751-11A6676EC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DDCE1-F36B-8AFE-A0A4-ED186D680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ABE2E-00C1-9FE4-5F07-2C3574F44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C4033-B8CC-7137-EDD4-484AD9BA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776C-2A5E-DC1B-66E0-32CFE8D6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6756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82BE9-12B1-11DB-346E-063B3B74A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87E35-2D02-9B3A-1FB6-B1CF1AE3C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BD6E3-EAD5-FBA4-2AE4-848BF73284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E3585-2765-407D-91EC-72D5DCA4DA7C}" type="datetimeFigureOut">
              <a:rPr lang="en-DE" smtClean="0"/>
              <a:t>11/02/2026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E8A60-4F6F-7E0E-6624-69D7012D1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64B9-425C-1E62-6171-F65840C16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758D8-11BB-477B-BEB1-341F3F1FF8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3299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lueprint&#10;&#10;AI-generated content may be incorrect.">
            <a:extLst>
              <a:ext uri="{FF2B5EF4-FFF2-40B4-BE49-F238E27FC236}">
                <a16:creationId xmlns:a16="http://schemas.microsoft.com/office/drawing/2014/main" id="{5560525B-8BE9-2B36-849B-EA2029B44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275703"/>
            <a:ext cx="12192000" cy="430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13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with text&#10;&#10;AI-generated content may be incorrect.">
            <a:extLst>
              <a:ext uri="{FF2B5EF4-FFF2-40B4-BE49-F238E27FC236}">
                <a16:creationId xmlns:a16="http://schemas.microsoft.com/office/drawing/2014/main" id="{D1C583F9-1967-8814-06AC-C440CE15A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875"/>
            <a:ext cx="12192000" cy="606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2_Lap_Animation">
            <a:hlinkClick r:id="" action="ppaction://media"/>
            <a:extLst>
              <a:ext uri="{FF2B5EF4-FFF2-40B4-BE49-F238E27FC236}">
                <a16:creationId xmlns:a16="http://schemas.microsoft.com/office/drawing/2014/main" id="{81C857E9-0D34-5BF0-3AD4-A4C3DBC00EE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53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Nihal Sanjay Seth</dc:creator>
  <cp:lastModifiedBy>Nihal Sanjay Seth</cp:lastModifiedBy>
  <cp:revision>2</cp:revision>
  <dcterms:created xsi:type="dcterms:W3CDTF">2026-02-11T08:10:16Z</dcterms:created>
  <dcterms:modified xsi:type="dcterms:W3CDTF">2026-02-11T10:30:09Z</dcterms:modified>
</cp:coreProperties>
</file>